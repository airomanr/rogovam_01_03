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83" d="100"/>
          <a:sy n="83" d="100"/>
        </p:scale>
        <p:origin x="59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923F103-BC34-4FE4-A40E-EDDEECFDA5D0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73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73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82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96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8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12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43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95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03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9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16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BE451C3-0FF4-47C4-B829-773ADF60F88C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AD094-9974-48CB-9B5C-99B77A705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Расчёт стоимости квартиры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6E2771-6C74-405F-8525-234C9388CB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311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80F4E-237D-40C6-B301-2036D053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941" y="1317332"/>
            <a:ext cx="6307753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Структура классов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206221-9C85-4CF0-94D9-7B23FB925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57" y="2171699"/>
            <a:ext cx="5261656" cy="4212771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423660-3FCE-E3D1-2BBF-ED361E187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0" y="1496291"/>
            <a:ext cx="3300870" cy="503558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D348AC-582E-7726-0C32-7DA67081B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614" y="2971472"/>
            <a:ext cx="3299702" cy="356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2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8CF92-5FC4-4BFA-A9F4-DDACD1F8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185" y="989996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B7BB24-274C-4DF2-9341-1689056A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8185" y="2451704"/>
            <a:ext cx="6127070" cy="3416300"/>
          </a:xfrm>
        </p:spPr>
        <p:txBody>
          <a:bodyPr/>
          <a:lstStyle/>
          <a:p>
            <a:r>
              <a:rPr lang="ru-RU" dirty="0"/>
              <a:t>На первом экране вход в приложение с проверками поля Логин и Пароль на пустоту, так же добавлена проверка на то, что пароль не меньше 8 символов, кнопка войти переводит нас на следующий экран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305788-B425-2E68-C4C7-E959D26E5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15" y="0"/>
            <a:ext cx="3400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1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E4459-1C15-5D04-0A7F-AC3C308B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473BE-1E2C-EE7B-F874-4B694685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185" y="989996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807C9-1F4D-FB91-9B07-5357F3AB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8185" y="2451704"/>
            <a:ext cx="6127070" cy="3416300"/>
          </a:xfrm>
        </p:spPr>
        <p:txBody>
          <a:bodyPr/>
          <a:lstStyle/>
          <a:p>
            <a:r>
              <a:rPr lang="ru-RU" dirty="0"/>
              <a:t>На втором экране реализован Слайдер для выбора типа квартиры, для реализации разной ценовой категории и поля для ввода количества метров, кнопка рассчитать переводит нас на следующий экран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C292185-F048-900C-A944-C9DEC2671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21" y="0"/>
            <a:ext cx="34380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88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0D47-C3A0-8A69-B790-2B2531EDB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178FF-9F42-5CCF-D234-1F0354F6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185" y="989996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F3D2C6-1987-D7D8-C781-6FCD62E0B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8185" y="2451704"/>
            <a:ext cx="6127070" cy="3416300"/>
          </a:xfrm>
        </p:spPr>
        <p:txBody>
          <a:bodyPr/>
          <a:lstStyle/>
          <a:p>
            <a:r>
              <a:rPr lang="ru-RU" dirty="0"/>
              <a:t>На втором экране представлен результат расчёта, и возврат на страницу регистрации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EE8661-9231-05F0-89D1-C32769861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53" y="0"/>
            <a:ext cx="3433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5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C374-CB49-FBBB-6D82-11B4771A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4F431-D6B3-C7ED-FA90-968318CA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49" y="842214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БИБЛИОТЕКИ ПРОЕКТА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CFE552-F0C9-D28C-BF18-66D351AB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9" y="2045115"/>
            <a:ext cx="5634618" cy="234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0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7446-BCBB-3C55-024A-AA7ECDCC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51128-4114-B4B5-9FDC-DC1A020A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49" y="980760"/>
            <a:ext cx="6498771" cy="70696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ПРОИЗВОДИТЕЛЬНОСТЬ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96AC3B-67B0-FDA7-ADC6-4A38F9E11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9" y="2047821"/>
            <a:ext cx="9593014" cy="117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34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78</TotalTime>
  <Words>93</Words>
  <Application>Microsoft Office PowerPoint</Application>
  <PresentationFormat>Широкоэкранный</PresentationFormat>
  <Paragraphs>10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Calibri</vt:lpstr>
      <vt:lpstr>Tw Cen MT</vt:lpstr>
      <vt:lpstr>Tw Cen MT Condensed</vt:lpstr>
      <vt:lpstr>Wingdings 3</vt:lpstr>
      <vt:lpstr>Интеграл</vt:lpstr>
      <vt:lpstr>Расчёт стоимости квартиры</vt:lpstr>
      <vt:lpstr>Структура классов проекта</vt:lpstr>
      <vt:lpstr>Реализация приложения</vt:lpstr>
      <vt:lpstr>Реализация приложения</vt:lpstr>
      <vt:lpstr>Реализация приложения</vt:lpstr>
      <vt:lpstr>БИБЛИОТЕКИ ПРОЕКТА</vt:lpstr>
      <vt:lpstr>ПРОИЗВОДИТЕЛЬНОСТЬ 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Расчёт стоимости квартиры</dc:title>
  <dc:creator>305-6</dc:creator>
  <cp:lastModifiedBy>andrey rogov</cp:lastModifiedBy>
  <cp:revision>5</cp:revision>
  <dcterms:created xsi:type="dcterms:W3CDTF">2025-12-01T06:43:18Z</dcterms:created>
  <dcterms:modified xsi:type="dcterms:W3CDTF">2025-12-01T10:58:33Z</dcterms:modified>
</cp:coreProperties>
</file>